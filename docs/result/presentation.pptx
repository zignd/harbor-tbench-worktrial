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Terminal-Bench task-generation pipeline. I'll show what works, what the audit changed, and the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README's core deliverable is the in-band fraction with valid failures.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original trial fixed Sonnet+Opus; the user opened it. We label and separate every model pair.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Cheap gates first; calibration is the only real difficulty signal. Failures feed repair rounds.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design response to the 0-of-9 result and the papers' weak-verification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records: 12 fresh, 10 recalibrated copies. Three landed in band for this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re-audited my own earlier success claims and found they did not hold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rules are enforced in code and unit-tested after the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goals solid, one exercised with a negative result, one partial — reported honestly.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Wall-clock time is reported separately from summed stage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Questions: how I would scale generation, harden the novelty check, and define learnable per solver.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Generating Terminal-Bench tasks that are learnable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</a:rPr>
              <a:t>A pipeline that authors, gates and calibrates hard tasks — with exact-package evidence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8"/>
                </a:solidFill>
              </a:rPr>
              <a:t>Author openai/gpt-5.6-luna · solver openrouter/openai/gpt-5.4-mini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build tasks a strong model fails sometimes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task is useful only in the learnable band: 5 runs, exactly 1-3 pass all tests.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Failures must be the model's fault — not ambiguity, timeouts or a broken environment.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Sonnet→Opus produced 0 of 9 in band; we rebuilt the pipeline and opened the model choice.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and scope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Luna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author · reviewer · judge · red-team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calibration solver (terminus-2)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novelty pool: TB 2.1 + examples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 fixed pair and judge per batch; the band is relative to the calibration model. Every result is labelled.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spec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312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4884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blueprint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4048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8620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rubric +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novelty gate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57784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2356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authoring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meta-task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0" y="137160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6092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structure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lint, leak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accent1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148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oracle 3/3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+ nop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10312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14884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quality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check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84048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88620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red-team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7784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62356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calibration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5×, curtailed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2926080"/>
            <a:ext cx="155448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60920" y="29718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ship in band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Difficulty by construction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An author as strong as the solver cannot out-think it.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Build difficulty into code the author controls: hidden-seed verify-time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Dependent multi-stage work; shallow-self-check traps; long-horizon inputs.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Every tested requirement is stated in the instruction. No hidden limits or timeouts.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Candidate batch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records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139696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39696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12/10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231136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fresh / reused packages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22192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913632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learnable (in band)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504688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4688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6/1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596128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too hard / too easy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187184" y="1371600"/>
            <a:ext cx="1499616" cy="1554480"/>
          </a:xfrm>
          <a:prstGeom prst="roundRect">
            <a:avLst>
              <a:gd name="adj" fmla="val 48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7184" y="1554480"/>
            <a:ext cx="14996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7278624" y="2377440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invalid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Bimodal, as predicted. Reused copies are not independent generations. Historical candidate records, not approvals - none survives the audit.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audit that changed the story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0392B"/>
                </a:solidFill>
              </a:rPr>
              <a:t>Four previously 'shipped' tasks were rejected: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no immutable calibration record inside the package;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one shipped on a single judged pass (curtailed), not 1-3/5;
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stale READMEs citing ids that never existed; report counts disagreeing.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They are archived unchanged, not deleted. A directory is not approval.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discipline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Approval = content-hash-bound calibration + verification record inside the package.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Independent oracle 3/3 and nop re-run; verification is offline at build time.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Reports use only the declared model pair; stale-version gate successes do not count.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Turn-cap exhaustion is invalid — even when the verifier reward is 1.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output/ holds 5 audited packages; none is approved because none lands in the 1-3/5 band.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Stretch goals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Goal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F1B2A"/>
                          </a:solidFill>
                        </a:rPr>
                        <a:t>Result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A cost-efficient eval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curtailment lossless; ~12-23% trials saved; dollar figure caveated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 difficulty tuning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implemented and exercised; no in-band movement demonstrated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 diversity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coverage + novelty reported on the TB 2.1 pool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D human-likeness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F1B2A"/>
                          </a:solidFill>
                        </a:rPr>
                        <a:t>blind accuracy 0.38 (95% CI 0.21-0.57)</a:t>
                      </a:r>
                      <a:endParaRPr lang="en-US" sz="14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and time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$216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key spend of $500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6136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6136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$284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5280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remaining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65520" y="1371600"/>
            <a:ext cx="26212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65520" y="1554480"/>
            <a:ext cx="262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$16.5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156960" y="2377440"/>
            <a:ext cx="243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this pair's ledger cost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91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ledger over-counts across scopes; the key is authoritative and reconciliation is open.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next steps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Small N and a bimodal difficulty distribution.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Self-judging bias: the author also judges and red-teams.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Reduced novelty scope (TB 2.1 + examples), not full decontamination.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+ Next: more specs, stronger traps, a wider solver gap, and a full 5-run re-audit.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2026-10-13T22:27:53Z</dcterms:created>
  <dcterms:modified xsi:type="dcterms:W3CDTF">2026-10-13T22:27:53Z</dcterms:modified>
</cp:coreProperties>
</file>