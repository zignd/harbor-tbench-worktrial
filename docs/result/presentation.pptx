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here: these are the historical candidate records, not approvals. The ledger shows three candidates labelled learnable, but after the audit only ONE task is approved - the other two were re-measured and fell outside the band. Slide 8 has the audited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and C are solid; B is a measured negative (13 tuning experiments, none reached the band); D is partial, and note the rubric-overfitting caveat - it passes 3 of our packages and 0 of 6 human-written reference tasks, so never quote it as general task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Historical candidate records, not approvals - most sit outside the 1-3/5 band.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Approved: optimize-policy-decision-audit, 3/5 honest passes, pooled 7/10 = 0.70 over two batches.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26.5% of trials (~$3.79) saved vs naive 5x; invalid-run early stops credited with nothing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13 hash-bound tuning experiments; 0 moved into the band — not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coverage, duplication and novelty provenance reported on the TB 2.1 pool (89 tasks)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0.21-0.57); rubric overfits our generator (examples 0/6 vs generated 3/4)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2026-10-13T23:43:42Z</dcterms:created>
  <dcterms:modified xsi:type="dcterms:W3CDTF">2026-10-13T23:43:42Z</dcterms:modified>
</cp:coreProperties>
</file>