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records: 12 fresh, 10 recalibrated copies. Three landed in band for this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goals solid, one exercised with a negative result, one partial — reported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predicted. Historical candidate records, not approvals - most sit outside the 1-3/5 band.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Approved: optimize-policy-decision-audit, 3/5 honest passes, pooled 7/10 = 0.70 over two batches.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curtailment lossless; ~12-23% trials saved; dollar figure caveated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implemented and exercised; no in-band movement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 + novelty reported on the TB 2.1 pool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$220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2026-10-13T23:09:52Z</dcterms:created>
  <dcterms:modified xsi:type="dcterms:W3CDTF">2026-10-13T23:09:52Z</dcterms:modified>
</cp:coreProperties>
</file>