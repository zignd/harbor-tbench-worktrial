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F1B2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AF1F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B7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claim: we built a pipeline that authors Terminal-Bench tasks and keeps only the learnable ones. Then show what the audit actually approved.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README's core deliverable is the in-band fraction with valid failures. Point at boxes 1-3: that is the only region we ship.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left to right. Cheap gates first; calibration is the only real difficulty signal. Failures feed repair rounds.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original trial fixed Sonnet+Opus; the user opened it. We label and separate every model pair.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careful: these are historical candidate records, not approvals. The ledger shows three labelled learnable; after the audit only ONE task is approved. Slide 7 has the audited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re-audited my own earlier success claims and found they did not hold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rules are enforced in code and unit-tested after the audit. Two independent batches: 4/5 then 3/5. Pre-registered rule required both an in-band batch and a pooled rate in [0.2, 0.8].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and C are solid; B is a measured negative (13 hash-bound tuning experiments, none reached the band); D is partial, and note the rubric-overfitting caveat — it passes 3 of our packages and 0 of 6 human-written reference tasks, so never quote it as general task quality.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Wall-clock time is reported separately from summed stage time. Do not claim the ledger and the key agree.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Questions: how I would scale generation, harden the novelty check, and define learnable per solver.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417320"/>
            <a:ext cx="164592" cy="1234440"/>
          </a:xfrm>
          <a:prstGeom prst="roundRect">
            <a:avLst>
              <a:gd name="adj" fmla="val 44444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1325880"/>
            <a:ext cx="7772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Generating Terminal-Bench tasks that are learnable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78892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pipeline that authors, gates and calibrates hard tasks — with exact-package evidence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43484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openai/gpt-5.6-luna  ·  openrouter/openai/gpt-5.4-mini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task is useful only in the 1-3 of 5 band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234440" cy="1965960"/>
          </a:xfrm>
          <a:prstGeom prst="roundRect">
            <a:avLst>
              <a:gd name="adj" fmla="val 5926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325880"/>
            <a:ext cx="1234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3317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hard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828800" y="1143000"/>
            <a:ext cx="1234440" cy="1965960"/>
          </a:xfrm>
          <a:prstGeom prst="roundRect">
            <a:avLst>
              <a:gd name="adj" fmla="val 5926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828800" y="1325880"/>
            <a:ext cx="1234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1828800" y="23317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learnable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0" y="1143000"/>
            <a:ext cx="1234440" cy="1965960"/>
          </a:xfrm>
          <a:prstGeom prst="roundRect">
            <a:avLst>
              <a:gd name="adj" fmla="val 5926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00400" y="1325880"/>
            <a:ext cx="1234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3200400" y="23317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learnable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0" y="1143000"/>
            <a:ext cx="1234440" cy="1965960"/>
          </a:xfrm>
          <a:prstGeom prst="roundRect">
            <a:avLst>
              <a:gd name="adj" fmla="val 5926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0" y="1325880"/>
            <a:ext cx="1234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0" y="23317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learnable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943600" y="1143000"/>
            <a:ext cx="1234440" cy="1965960"/>
          </a:xfrm>
          <a:prstGeom prst="roundRect">
            <a:avLst>
              <a:gd name="adj" fmla="val 5926"/>
            </a:avLst>
          </a:prstGeom>
          <a:solidFill>
            <a:srgbClr val="E9C46A"/>
          </a:solidFill>
          <a:ln w="12700">
            <a:solidFill>
              <a:srgbClr val="E9C46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0" y="1325880"/>
            <a:ext cx="1234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0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0" y="23317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easy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315200" y="1143000"/>
            <a:ext cx="1234440" cy="1965960"/>
          </a:xfrm>
          <a:prstGeom prst="roundRect">
            <a:avLst>
              <a:gd name="adj" fmla="val 5926"/>
            </a:avLst>
          </a:prstGeom>
          <a:solidFill>
            <a:srgbClr val="E9C46A"/>
          </a:solidFill>
          <a:ln w="12700">
            <a:solidFill>
              <a:srgbClr val="E9C46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15200" y="1325880"/>
            <a:ext cx="1234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40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0" y="23317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easy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33375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runs of the calibration solver. Failures must be the model's fault — not a flaky environment, a hidden timeout, or an ambiguous spec.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4069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Sonnet → Opus: 0 of 9 in band. We rebuilt the pipeline and opened the model choice.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Cheap gates first. Calibration is the only difficulty signal.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1143000"/>
            <a:ext cx="1554480" cy="1051560"/>
          </a:xfrm>
          <a:prstGeom prst="roundRect">
            <a:avLst>
              <a:gd name="adj" fmla="val 6957"/>
            </a:avLst>
          </a:prstGeom>
          <a:solidFill>
            <a:srgbClr val="F3F7F6"/>
          </a:solidFill>
          <a:ln w="12700">
            <a:solidFill>
              <a:srgbClr val="F3F7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11480" y="1143000"/>
            <a:ext cx="1554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984248" y="1554480"/>
            <a:ext cx="146304" cy="201168"/>
          </a:xfrm>
          <a:prstGeom prst="rightArrow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48840" y="1143000"/>
            <a:ext cx="1554480" cy="1051560"/>
          </a:xfrm>
          <a:prstGeom prst="roundRect">
            <a:avLst>
              <a:gd name="adj" fmla="val 6957"/>
            </a:avLst>
          </a:prstGeom>
          <a:solidFill>
            <a:srgbClr val="F3F7F6"/>
          </a:solidFill>
          <a:ln w="12700">
            <a:solidFill>
              <a:srgbClr val="F3F7F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148840" y="1143000"/>
            <a:ext cx="1554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blueprint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721608" y="1554480"/>
            <a:ext cx="146304" cy="201168"/>
          </a:xfrm>
          <a:prstGeom prst="rightArrow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886200" y="1143000"/>
            <a:ext cx="1554480" cy="1051560"/>
          </a:xfrm>
          <a:prstGeom prst="roundRect">
            <a:avLst>
              <a:gd name="adj" fmla="val 6957"/>
            </a:avLst>
          </a:prstGeom>
          <a:solidFill>
            <a:srgbClr val="F3F7F6"/>
          </a:solidFill>
          <a:ln w="12700">
            <a:solidFill>
              <a:srgbClr val="F3F7F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886200" y="1143000"/>
            <a:ext cx="1554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58968" y="1554480"/>
            <a:ext cx="146304" cy="201168"/>
          </a:xfrm>
          <a:prstGeom prst="rightArrow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23560" y="1143000"/>
            <a:ext cx="1554480" cy="1051560"/>
          </a:xfrm>
          <a:prstGeom prst="roundRect">
            <a:avLst>
              <a:gd name="adj" fmla="val 6957"/>
            </a:avLst>
          </a:prstGeom>
          <a:solidFill>
            <a:srgbClr val="F3F7F6"/>
          </a:solidFill>
          <a:ln w="12700">
            <a:solidFill>
              <a:srgbClr val="F3F7F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23560" y="1143000"/>
            <a:ext cx="1554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F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lint · leak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196328" y="1554480"/>
            <a:ext cx="146304" cy="201168"/>
          </a:xfrm>
          <a:prstGeom prst="rightArrow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60920" y="1143000"/>
            <a:ext cx="1554480" cy="1051560"/>
          </a:xfrm>
          <a:prstGeom prst="roundRect">
            <a:avLst>
              <a:gd name="adj" fmla="val 6957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60920" y="1143000"/>
            <a:ext cx="1554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3/3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nop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11480" y="2468880"/>
            <a:ext cx="1554480" cy="1051560"/>
          </a:xfrm>
          <a:prstGeom prst="roundRect">
            <a:avLst>
              <a:gd name="adj" fmla="val 6957"/>
            </a:avLst>
          </a:prstGeom>
          <a:solidFill>
            <a:srgbClr val="F3F7F6"/>
          </a:solidFill>
          <a:ln w="12700">
            <a:solidFill>
              <a:srgbClr val="F3F7F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11480" y="2468880"/>
            <a:ext cx="1554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F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1984248" y="2880360"/>
            <a:ext cx="146304" cy="201168"/>
          </a:xfrm>
          <a:prstGeom prst="rightArrow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148840" y="2468880"/>
            <a:ext cx="1554480" cy="1051560"/>
          </a:xfrm>
          <a:prstGeom prst="roundRect">
            <a:avLst>
              <a:gd name="adj" fmla="val 6957"/>
            </a:avLst>
          </a:prstGeom>
          <a:solidFill>
            <a:srgbClr val="F3F7F6"/>
          </a:solidFill>
          <a:ln w="12700">
            <a:solidFill>
              <a:srgbClr val="F3F7F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148840" y="2468880"/>
            <a:ext cx="1554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novelty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721608" y="2880360"/>
            <a:ext cx="146304" cy="201168"/>
          </a:xfrm>
          <a:prstGeom prst="rightArrow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86200" y="2468880"/>
            <a:ext cx="1554480" cy="1051560"/>
          </a:xfrm>
          <a:prstGeom prst="roundRect">
            <a:avLst>
              <a:gd name="adj" fmla="val 6957"/>
            </a:avLst>
          </a:prstGeom>
          <a:solidFill>
            <a:srgbClr val="F3F7F6"/>
          </a:solidFill>
          <a:ln w="12700">
            <a:solidFill>
              <a:srgbClr val="F3F7F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886200" y="2468880"/>
            <a:ext cx="1554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red-team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458968" y="2880360"/>
            <a:ext cx="146304" cy="201168"/>
          </a:xfrm>
          <a:prstGeom prst="rightArrow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623560" y="2468880"/>
            <a:ext cx="1554480" cy="1051560"/>
          </a:xfrm>
          <a:prstGeom prst="roundRect">
            <a:avLst>
              <a:gd name="adj" fmla="val 6957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623560" y="2468880"/>
            <a:ext cx="1554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5×, curtailed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7196328" y="2880360"/>
            <a:ext cx="146304" cy="201168"/>
          </a:xfrm>
          <a:prstGeom prst="rightArrow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360920" y="2468880"/>
            <a:ext cx="1554480" cy="1051560"/>
          </a:xfrm>
          <a:prstGeom prst="roundRect">
            <a:avLst>
              <a:gd name="adj" fmla="val 6957"/>
            </a:avLst>
          </a:prstGeom>
          <a:solidFill>
            <a:srgbClr val="F3F7F6"/>
          </a:solidFill>
          <a:ln w="12700">
            <a:solidFill>
              <a:srgbClr val="F3F7F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360920" y="2468880"/>
            <a:ext cx="1554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F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band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3794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Failures feed repair rounds. A directory in output/ is not approval — only a hash-bound calibration record is.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fixed pair. The band is relative to the solver.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2697480" cy="2331720"/>
          </a:xfrm>
          <a:prstGeom prst="roundRect">
            <a:avLst>
              <a:gd name="adj" fmla="val 3137"/>
            </a:avLst>
          </a:prstGeom>
          <a:solidFill>
            <a:srgbClr val="F3F7F6"/>
          </a:solidFill>
          <a:ln w="12700">
            <a:solidFill>
              <a:srgbClr val="F3F7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12801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21792" y="16916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gpt-5.6-luna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246888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writes, reviews, judges, red-teams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291840" y="1143000"/>
            <a:ext cx="2697480" cy="2331720"/>
          </a:xfrm>
          <a:prstGeom prst="roundRect">
            <a:avLst>
              <a:gd name="adj" fmla="val 3137"/>
            </a:avLst>
          </a:prstGeom>
          <a:solidFill>
            <a:srgbClr val="F3F7F6"/>
          </a:solidFill>
          <a:ln w="12700">
            <a:solidFill>
              <a:srgbClr val="F3F7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56432" y="12801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Solver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456432" y="16916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gpt-5.4-mini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3456432" y="246888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terminus-2 · 5 attempts · 100-turn cap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26480" y="1143000"/>
            <a:ext cx="2697480" cy="2331720"/>
          </a:xfrm>
          <a:prstGeom prst="roundRect">
            <a:avLst>
              <a:gd name="adj" fmla="val 3137"/>
            </a:avLst>
          </a:prstGeom>
          <a:solidFill>
            <a:srgbClr val="F3F7F6"/>
          </a:solidFill>
          <a:ln w="12700">
            <a:solidFill>
              <a:srgbClr val="F3F7F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91072" y="12801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Novelty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291072" y="16916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TB 2.1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6291072" y="246888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 published tasks + examples/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794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trial fixed Sonnet + Opus. We label every result and never mix model pairs in one funnel.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pool is bimodal. Most tasks miss the band.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65760" y="1051560"/>
          <a:ext cx="493776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5532120" y="1143000"/>
            <a:ext cx="3154680" cy="960120"/>
          </a:xfrm>
          <a:prstGeom prst="roundRect">
            <a:avLst>
              <a:gd name="adj" fmla="val 7619"/>
            </a:avLst>
          </a:prstGeom>
          <a:solidFill>
            <a:srgbClr val="F3F7F6"/>
          </a:solidFill>
          <a:ln w="12700">
            <a:solidFill>
              <a:srgbClr val="F3F7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669280" y="1216152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9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5669280" y="164592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 records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532120" y="2240280"/>
            <a:ext cx="3154680" cy="960120"/>
          </a:xfrm>
          <a:prstGeom prst="roundRect">
            <a:avLst>
              <a:gd name="adj" fmla="val 7619"/>
            </a:avLst>
          </a:prstGeom>
          <a:solidFill>
            <a:srgbClr val="F3F7F6"/>
          </a:solidFill>
          <a:ln w="12700">
            <a:solidFill>
              <a:srgbClr val="F3F7F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669280" y="2313432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9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 / 10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5669280" y="274320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/ reused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532120" y="3337560"/>
            <a:ext cx="3154680" cy="960120"/>
          </a:xfrm>
          <a:prstGeom prst="roundRect">
            <a:avLst>
              <a:gd name="adj" fmla="val 7619"/>
            </a:avLst>
          </a:prstGeom>
          <a:solidFill>
            <a:srgbClr val="F3F7F6"/>
          </a:solidFill>
          <a:ln w="12700">
            <a:solidFill>
              <a:srgbClr val="F3F7F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669280" y="3410712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9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5669280" y="384048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after audit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audit rejected four previously 'shipped' tasks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4114800" cy="1371600"/>
          </a:xfrm>
          <a:prstGeom prst="roundRect">
            <a:avLst>
              <a:gd name="adj" fmla="val 5333"/>
            </a:avLst>
          </a:prstGeom>
          <a:solidFill>
            <a:srgbClr val="F3F7F6"/>
          </a:solidFill>
          <a:ln w="12700">
            <a:solidFill>
              <a:srgbClr val="F3F7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37160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9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82880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hash-bound calibration inside the package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754880" y="1143000"/>
            <a:ext cx="4114800" cy="1371600"/>
          </a:xfrm>
          <a:prstGeom prst="roundRect">
            <a:avLst>
              <a:gd name="adj" fmla="val 5333"/>
            </a:avLst>
          </a:prstGeom>
          <a:solidFill>
            <a:srgbClr val="F3F7F6"/>
          </a:solidFill>
          <a:ln w="12700">
            <a:solidFill>
              <a:srgbClr val="F3F7F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983480" y="137160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9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983480" y="182880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shipped on a single judged pass, not 1-3/5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2697480"/>
            <a:ext cx="4114800" cy="1371600"/>
          </a:xfrm>
          <a:prstGeom prst="roundRect">
            <a:avLst>
              <a:gd name="adj" fmla="val 5333"/>
            </a:avLst>
          </a:prstGeom>
          <a:solidFill>
            <a:srgbClr val="F3F7F6"/>
          </a:solidFill>
          <a:ln w="12700">
            <a:solidFill>
              <a:srgbClr val="F3F7F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29260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9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3832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Stale READMEs citing ids that never existed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754880" y="2697480"/>
            <a:ext cx="4114800" cy="1371600"/>
          </a:xfrm>
          <a:prstGeom prst="roundRect">
            <a:avLst>
              <a:gd name="adj" fmla="val 5333"/>
            </a:avLst>
          </a:prstGeom>
          <a:solidFill>
            <a:srgbClr val="F3F7F6"/>
          </a:solidFill>
          <a:ln w="12700">
            <a:solidFill>
              <a:srgbClr val="F3F7F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983480" y="29260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9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983480" y="33832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directory is not approval. They were archived, not deleted.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task approved: optimize-policy-decision-audit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1554480" cy="1554480"/>
          </a:xfrm>
          <a:prstGeom prst="roundRect">
            <a:avLst>
              <a:gd name="adj" fmla="val 4706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32588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011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148840" y="1097280"/>
            <a:ext cx="1554480" cy="1554480"/>
          </a:xfrm>
          <a:prstGeom prst="roundRect">
            <a:avLst>
              <a:gd name="adj" fmla="val 4706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148840" y="132588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2148840" y="2011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840480" y="1097280"/>
            <a:ext cx="1554480" cy="1554480"/>
          </a:xfrm>
          <a:prstGeom prst="roundRect">
            <a:avLst>
              <a:gd name="adj" fmla="val 4706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840480" y="132588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3840480" y="2011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#3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532120" y="1097280"/>
            <a:ext cx="1554480" cy="1554480"/>
          </a:xfrm>
          <a:prstGeom prst="roundRect">
            <a:avLst>
              <a:gd name="adj" fmla="val 4706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532120" y="132588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FAIL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5532120" y="2011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#4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223760" y="1097280"/>
            <a:ext cx="1554480" cy="1554480"/>
          </a:xfrm>
          <a:prstGeom prst="roundRect">
            <a:avLst>
              <a:gd name="adj" fmla="val 4706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223760" y="132588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FAIL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7223760" y="2011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#5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2880360"/>
            <a:ext cx="2697480" cy="1325880"/>
          </a:xfrm>
          <a:prstGeom prst="roundRect">
            <a:avLst>
              <a:gd name="adj" fmla="val 5517"/>
            </a:avLst>
          </a:prstGeom>
          <a:solidFill>
            <a:srgbClr val="F3F7F6"/>
          </a:solidFill>
          <a:ln w="12700">
            <a:solidFill>
              <a:srgbClr val="F3F7F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7200" y="3017520"/>
            <a:ext cx="2697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A9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/ 5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6576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passes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3291840" y="2880360"/>
            <a:ext cx="2697480" cy="1325880"/>
          </a:xfrm>
          <a:prstGeom prst="roundRect">
            <a:avLst>
              <a:gd name="adj" fmla="val 5517"/>
            </a:avLst>
          </a:prstGeom>
          <a:solidFill>
            <a:srgbClr val="F3F7F6"/>
          </a:solidFill>
          <a:ln w="12700">
            <a:solidFill>
              <a:srgbClr val="F3F7F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291840" y="3017520"/>
            <a:ext cx="2697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A9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 / 10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3291840" y="36576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pooled = 0.70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126480" y="2880360"/>
            <a:ext cx="2697480" cy="1325880"/>
          </a:xfrm>
          <a:prstGeom prst="roundRect">
            <a:avLst>
              <a:gd name="adj" fmla="val 5517"/>
            </a:avLst>
          </a:prstGeom>
          <a:solidFill>
            <a:srgbClr val="F3F7F6"/>
          </a:solidFill>
          <a:ln w="12700">
            <a:solidFill>
              <a:srgbClr val="F3F7F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126480" y="3017520"/>
            <a:ext cx="2697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A9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/ 3</a:t>
            </a:r>
            <a:endParaRPr lang="en-US" sz="2600" dirty="0"/>
          </a:p>
        </p:txBody>
      </p:sp>
      <p:sp>
        <p:nvSpPr>
          <p:cNvPr id="26" name="Text 24"/>
          <p:cNvSpPr txBox="1"/>
          <p:nvPr/>
        </p:nvSpPr>
        <p:spPr>
          <a:xfrm>
            <a:off x="6126480" y="36576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· nop 0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Stretch goals — measured, including negatives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114800" cy="1554480"/>
          </a:xfrm>
          <a:prstGeom prst="roundRect">
            <a:avLst>
              <a:gd name="adj" fmla="val 4706"/>
            </a:avLst>
          </a:prstGeom>
          <a:solidFill>
            <a:srgbClr val="F3F7F6"/>
          </a:solidFill>
          <a:ln w="12700">
            <a:solidFill>
              <a:srgbClr val="F3F7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26187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cost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57276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26.5% of trials saved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0574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~$3.79 vs naive 5×. Invalid-run early stops credited with nothing.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754880" y="1097280"/>
            <a:ext cx="4114800" cy="1554480"/>
          </a:xfrm>
          <a:prstGeom prst="roundRect">
            <a:avLst>
              <a:gd name="adj" fmla="val 4706"/>
            </a:avLst>
          </a:prstGeom>
          <a:solidFill>
            <a:srgbClr val="F3F7F6"/>
          </a:solidFill>
          <a:ln w="12700">
            <a:solidFill>
              <a:srgbClr val="F3F7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983480" y="126187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tuning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983480" y="157276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demonstrated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983480" y="20574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hash-bound tuning experiments; 0 moved into the band.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788920"/>
            <a:ext cx="4114800" cy="1554480"/>
          </a:xfrm>
          <a:prstGeom prst="roundRect">
            <a:avLst>
              <a:gd name="adj" fmla="val 4706"/>
            </a:avLst>
          </a:prstGeom>
          <a:solidFill>
            <a:srgbClr val="F3F7F6"/>
          </a:solidFill>
          <a:ln w="12700">
            <a:solidFill>
              <a:srgbClr val="F3F7F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295351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diversity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326440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TB 2.1 pool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3749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Coverage, duplication and novelty on 89 published tasks + examples/.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754880" y="2788920"/>
            <a:ext cx="4114800" cy="1554480"/>
          </a:xfrm>
          <a:prstGeom prst="roundRect">
            <a:avLst>
              <a:gd name="adj" fmla="val 4706"/>
            </a:avLst>
          </a:prstGeom>
          <a:solidFill>
            <a:srgbClr val="F3F7F6"/>
          </a:solidFill>
          <a:ln w="12700">
            <a:solidFill>
              <a:srgbClr val="F3F7F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983480" y="295351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likeness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983480" y="326440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blind 0.38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4983480" y="3749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CI 0.21-0.57. Rubric overfits: examples 0/6 vs generated 3/4.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Spend stayed inside the ceiling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697480" cy="2011680"/>
          </a:xfrm>
          <a:prstGeom prst="roundRect">
            <a:avLst>
              <a:gd name="adj" fmla="val 3636"/>
            </a:avLst>
          </a:prstGeom>
          <a:solidFill>
            <a:srgbClr val="F3F7F6"/>
          </a:solidFill>
          <a:ln w="12700">
            <a:solidFill>
              <a:srgbClr val="F3F7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463040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A9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$220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37744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spend of $500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291840" y="1188720"/>
            <a:ext cx="2697480" cy="2011680"/>
          </a:xfrm>
          <a:prstGeom prst="roundRect">
            <a:avLst>
              <a:gd name="adj" fmla="val 3636"/>
            </a:avLst>
          </a:prstGeom>
          <a:solidFill>
            <a:srgbClr val="F3F7F6"/>
          </a:solidFill>
          <a:ln w="12700">
            <a:solidFill>
              <a:srgbClr val="F3F7F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291840" y="1463040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A9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$280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37744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26480" y="1188720"/>
            <a:ext cx="2697480" cy="2011680"/>
          </a:xfrm>
          <a:prstGeom prst="roundRect">
            <a:avLst>
              <a:gd name="adj" fmla="val 3636"/>
            </a:avLst>
          </a:prstGeom>
          <a:solidFill>
            <a:srgbClr val="F3F7F6"/>
          </a:solidFill>
          <a:ln w="12700">
            <a:solidFill>
              <a:srgbClr val="F3F7F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126480" y="1463040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A9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$16.5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6126480" y="237744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pair's ledger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4747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ledger over-counts across scopes. The key is authoritative. Reconciliation is unresolved: cache accounting explains a $237 swing; a $190 residual remains.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would do next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887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N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2926080" y="118872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approved task. The pool is bimodal: 0, 0, 4, 5, 5.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0116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Self-judging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926080" y="201168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author also judges and red-teams. Quality scores carry that bias.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8346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Novelty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2926080" y="283464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 2.1 + examples — not full public-task decontamination.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36576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2926080" y="365760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Stronger traps, a wider solver gap, difficulty near p ≈ 0.35.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Generating Terminal-Bench tasks that are learnable</dc:title>
  <dc:subject>PptxGenJS Presentation</dc:subject>
  <dc:creator>harbor-tbench-worktrial</dc:creator>
  <cp:lastModifiedBy>harbor-tbench-worktrial</cp:lastModifiedBy>
  <cp:revision>1</cp:revision>
  <dcterms:created xsi:type="dcterms:W3CDTF">2026-10-14T00:00:25Z</dcterms:created>
  <dcterms:modified xsi:type="dcterms:W3CDTF">2026-10-14T00:00:25Z</dcterms:modified>
</cp:coreProperties>
</file>