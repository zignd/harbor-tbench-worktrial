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Terminal-Bench task-generation pipeline. I'll show what works, what the audit changed, and the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design response to the 0-of-9 result and the papers' weak-verification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records: 12 fresh, 10 recalibrated copies. Three landed in band for this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goals solid, one exercised with a negative result, one partial — reported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A pipeline that authors, gates and calibrates hard tasks — with exact-package evidence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</a:rPr>
              <a:t>Author openai/gpt-5.6-luna · solver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build tasks a strong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task is useful only in the learnable band: 5 runs, exactly 1-3 pass all tests.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Failures must be the model's fault — not ambiguity, timeouts or a broken environment.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Sonnet→Opus produced 0 of 9 in band; we rebuilt the pipeline and opened the model choice.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 · reviewer · judge · red-team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calibration solver (terminus-2)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novelty pool: TB 2.1 + examples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fixed pair and judge per batch; the band is relative to the calibration model. Every result is labelled.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862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rubric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novelty gate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lint, leak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oracle 3/3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+ nop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8620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red-team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5×, curtailed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ship in band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Difficulty by construction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 author as strong as the solver cannot out-think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 difficulty into code the author controls: hidden-seed verify-time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Dependent multi-stage work; shallow-self-check traps; long-horizon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tested requirement is stated in the instruction. No hidden limits or timeouts.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batch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 / reused packages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learnable (in band)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6/1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too hard / too easy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invalid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Bimodal, as predicted without continuous difficulty control. Reused copies are not independent generations.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that changed the 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Four previously 'shipped' tasks were rejected: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immutable calibration record inside the package;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one shipped on a single judged pass (curtailed), not 1-3/5;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stale READMEs citing ids that never existed; report counts disagreeing.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They are archived unchanged, not deleted. A directory is not approval.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discipline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Approval = content-hash-bound calibration + verification record inside the package.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Independent oracle 3/3 and nop re-run; verification is offline at build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Reports use only the declared model pair; stale-version gate successes do not count.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Turn-cap exhaustion is invalid — even when the verifier reward is 1.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Goal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A cost-efficient eval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curtailment lossless; ~12-23% trials saved; dollar figure caveated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 difficulty tuning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implemented and exercised; no in-band movement demonstrated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 diversity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coverage + novelty reported on the TB 2.1 pool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D human-likeness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blind accuracy 0.38 (95% CI 0.21-0.57)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$211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 spend of $500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$289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remaining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$12.5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this pair's ledger cost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ledger over-counts across scopes; the key is authoritative and reconciliation is open.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Small N and a bimodal difficulty distribution.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Self-judging bias: the author also judges and red-teams.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Reduced novelty scope (TB 2.1 + examples), not full decontamination.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Next: more specs, stronger traps, a wider solver gap, and a full 5-run re-audit.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2026-10-13T19:14:52Z</dcterms:created>
  <dcterms:modified xsi:type="dcterms:W3CDTF">2026-10-13T19:14:52Z</dcterms:modified>
</cp:coreProperties>
</file>