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Reused copies are not independent generations. Historical candidate records, not approvals - none survives the audit.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output/ holds 5 audited packages; none is approved because none lands in the 1-3/5 band.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$284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2026-10-13T22:36:50Z</dcterms:created>
  <dcterms:modified xsi:type="dcterms:W3CDTF">2026-10-13T22:36:50Z</dcterms:modified>
</cp:coreProperties>
</file>