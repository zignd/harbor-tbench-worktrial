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writes the task, who solves it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</a:rPr>
              <a:t>An exploratory 2 x 2 study of author and solver strength in Terminal-Bench task generation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AfterQuery work trial · exploratory, user-approved deviation · pair: google/gemini-2.5-flash-lite (weak) / google/gemini-3-flash-preview (strong)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tasks a stronger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Sonnet 4.6 writes tasks; Opus 4.8 (terminus-2) must pass 1 to 3 of 5 runs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We built gates, levers, a tuner and a failure judge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9 tasks calibrated against Opus: 8 too easy (4/4 or 5/5), 1 invalid, none in the band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Tuning moved nothing; a cheaper solver (Qwen) also solved them 5/5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Thesis: a student writing problems for a professor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author cannot plant difficulty beyond what it can conceive and verify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author holds the answer, so the solver only has to find it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harness steers what the author tries, not what it is able to write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Prediction: weak author → strong solver gives mostly too-easy tasks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same harness, only the models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2194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solver: weak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57784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solver: strong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274320" y="16916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author: weak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0" y="1600200"/>
            <a:ext cx="32004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286000" y="16916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weak-&gt;weak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control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577840" y="1600200"/>
            <a:ext cx="3200400" cy="1280160"/>
          </a:xfrm>
          <a:prstGeom prst="roundRect">
            <a:avLst>
              <a:gd name="adj" fmla="val 7143"/>
            </a:avLst>
          </a:prstGeom>
          <a:solidFill>
            <a:schemeClr val="accent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0" y="169164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weak-&gt;strong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trial's setup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74320" y="315468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author: strong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94560" y="3063240"/>
            <a:ext cx="32004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strong-&gt;weak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professor for student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577840" y="3063240"/>
            <a:ext cx="32004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31546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strong-&gt;strong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professor for professor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80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Each author writes a task from the SAME spec; every valid task is solved 5x by each solver.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per task (events tagged study)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(fixed seed)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1945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›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178308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82880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(author)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044952" y="21945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20040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62272" y="21945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61772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accent1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free gates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build, oracle 3/3,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nop 0, lint, leak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879592" y="21945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›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03504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5x terminus-2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weak + strong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296912" y="219456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accent5"/>
                </a:solidFill>
              </a:rPr>
              <a:t>›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7452360" y="1828800"/>
            <a:ext cx="1280160" cy="13716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0" y="1874520"/>
            <a:ext cx="1188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Sonnet 4.6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failure judge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failure counts as valid only if it quotes an instruction requirement; an invalid failure voids the task's verdict.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pair really different? Gap check on 5 pilot packages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package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Opus 4.8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weak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strong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p0-ledger-reconcil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4/4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0/5 (3 inv)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5/5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2f505f92f1c8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0/5 (1 inv)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31ca491030e9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4/4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2/5 (1 inv)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5/5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b540d2ce9b80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5/5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3bbd19e55510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5/5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Only 6 of 10 gap jobs finished (a spend-guard bug stopped the rest). Where both ran, strong beat weak: 5/5 vs 0/5, 4/5 vs 0/5 and 5/5 vs 2/5. The pair clearly differs, but the weak solver also hits the 100-turn cap often (counted invalid).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 authors write far fewer valid tasks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3566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0/7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weak author: tasks passing every free gate (0 on the first try)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5661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325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4/8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21031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strong author: tasks passing every free gate (2 on the first try)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260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0 of 7 weak-author tasks passed the free gates, against 4 of 8 for the strong author. Weak packages were missing solution/, instruction.md or the canary, or their oracle failed. They were not easy or hard: they were broken. 1 weak spec (02) was still authoring when the study stopped.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per author → solver cell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1005840"/>
                <a:gridCol w="1005840"/>
                <a:gridCol w="1005840"/>
                <a:gridCol w="100584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cell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valid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in band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too easy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too hard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invalid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41"/>
                          </a:solidFill>
                        </a:rPr>
                        <a:t>mean pass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weak-&gt;weak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0/7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weak-&gt;strong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0/7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n/a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strong-&gt;weak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4/8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0.00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strong-&gt;strong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4/8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41"/>
                          </a:solidFill>
                        </a:rPr>
                        <a:t>0.45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No cell has a task in the 1-3/5 band. Weak-author cells are empty (n=0), so the thesis (weak author -&gt; strong solver gives easy tasks) could not be tested directly. Strong -&gt; strong: 4 valid tasks split too easy 1, too hard 1, invalid 2 (raw pass counts alone: 2 easy, 2 hard). Strong -&gt; weak: all 4 void (the weak solver hit turn caps) and 0 passes anywhere.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 shares per cell</a:t>
            </a:r>
            <a:endParaRPr lang="en-US" sz="3000" dirty="0"/>
          </a:p>
        </p:txBody>
      </p:sp>
      <p:pic>
        <p:nvPicPr>
          <p:cNvPr id="3" name="Image 0" descr="/Users/zignd/hack/afterquery-work-trial/harbor-tbench-worktrial/docs/figures/study-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97280"/>
            <a:ext cx="694944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thesis hold?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Not tested, and not supported by this data. The weak author never produced a valid task (0/7), so the weak -&gt; strong cell is empty. What we can say: (1) author strength decided whether a task existed at all, before it decided difficulty; (2) even a strong author produced no task in the 1-3/5 band in 4 valid tasks (pass counts 0, 0, 4, 5 for the strong solver); (3) the solver gap is real (strong 5/5 and 4/5 where weak scored 0/5). The thesis stays a hypothesis; the evidence is small (n=4 valid tasks) and one model family.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188720"/>
            <a:ext cx="24688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$16.95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study spend (ledger, all study events)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37560" y="1188720"/>
            <a:ext cx="24688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1325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approved hard cap for the study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4688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32588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1031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ceiling for the whole key (of $500)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92608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Ledger-recorded study spend is shown. The key's own usage rose by about $33.6 over the study window, which also includes the end of the solver pilot (capped at $6), killed DeepSeek jobs and calls whose cost the ledger could not price. Both are inside the $40 cap and the $400 account ceiling.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means for the trial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Author strength is a gate before difficulty: a weak author's packages mostly fail the free gates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Our gates caught every broken weak package (structure, lint, oracle) at no model cost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Not shown: that a stronger author lifts tasks into the 1-3/5 band; n is 4 valid tasks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Next: more specs per author, a repair budget matched to author weakness, and a same-strength pair with a wider gap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Caveats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Small N: 8 specs, 4 valid strong-author tasks, 0 valid weak-author tasks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One model family (Gemini); the first DeepSeek pair was abandoned for speed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Mixed repair policy: some tasks got 1 repair, some 3 (flagged in results.json)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Weak solver invalid failures (turn caps) void 4 of its 4 verdicts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Exploratory: nothing here is shipped or counted in the trial's results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">
  <a:themeElements>
    <a:clrScheme name="Study">
      <a:dk1>
        <a:srgbClr val="1B2A41"/>
      </a:dk1>
      <a:lt1>
        <a:srgbClr val="FFFFFF"/>
      </a:lt1>
      <a:dk2>
        <a:srgbClr val="324A5F"/>
      </a:dk2>
      <a:lt2>
        <a:srgbClr val="F1F5F9"/>
      </a:lt2>
      <a:accent1>
        <a:srgbClr val="2A9D8F"/>
      </a:accent1>
      <a:accent2>
        <a:srgbClr val="E9C46A"/>
      </a:accent2>
      <a:accent3>
        <a:srgbClr val="264653"/>
      </a:accent3>
      <a:accent4>
        <a:srgbClr val="C0392B"/>
      </a:accent4>
      <a:accent5>
        <a:srgbClr val="7A8B99"/>
      </a:accent5>
      <a:accent6>
        <a:srgbClr val="F4A261"/>
      </a:accent6>
      <a:hlink>
        <a:srgbClr val="2A9D8F"/>
      </a:hlink>
      <a:folHlink>
        <a:srgbClr val="7A8B99"/>
      </a:folHlink>
    </a:clrScheme>
    <a:fontScheme name="Stud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2026-10-13T08:48:17Z</dcterms:created>
  <dcterms:modified xsi:type="dcterms:W3CDTF">2026-10-13T08:48:17Z</dcterms:modified>
</cp:coreProperties>
</file>